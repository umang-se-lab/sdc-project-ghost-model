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9"/>
  </p:notesMasterIdLst>
  <p:sldIdLst>
    <p:sldId id="539" r:id="rId3"/>
    <p:sldId id="260" r:id="rId4"/>
    <p:sldId id="289" r:id="rId5"/>
    <p:sldId id="568" r:id="rId6"/>
    <p:sldId id="586" r:id="rId7"/>
    <p:sldId id="57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26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2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3C8053-C215-4F1B-B034-F2CEC3A12651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586552-9209-4EF2-8CFF-E55CDE485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7841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Google Shape;81;p1:notes">
            <a:extLst>
              <a:ext uri="{FF2B5EF4-FFF2-40B4-BE49-F238E27FC236}">
                <a16:creationId xmlns:a16="http://schemas.microsoft.com/office/drawing/2014/main" id="{6239290D-3E94-FAD0-7910-CDA7DFA9C4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6387" name="Google Shape;82;p1:notes">
            <a:extLst>
              <a:ext uri="{FF2B5EF4-FFF2-40B4-BE49-F238E27FC236}">
                <a16:creationId xmlns:a16="http://schemas.microsoft.com/office/drawing/2014/main" id="{1D7A565E-33A6-6574-9D57-CFC2299100B1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>
              <a:gd name="T0" fmla="*/ 0 w 120000"/>
              <a:gd name="T1" fmla="*/ 0 h 120000"/>
              <a:gd name="T2" fmla="*/ 6096000 w 120000"/>
              <a:gd name="T3" fmla="*/ 0 h 120000"/>
              <a:gd name="T4" fmla="*/ 6096000 w 120000"/>
              <a:gd name="T5" fmla="*/ 3429000 h 120000"/>
              <a:gd name="T6" fmla="*/ 0 w 120000"/>
              <a:gd name="T7" fmla="*/ 3429000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40977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9978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54388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6255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3907A-1C36-3163-8823-398418319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78931A-C565-4B1C-A936-B5CA39C7CD04}" type="datetimeFigureOut">
              <a:rPr lang="en-US"/>
              <a:pPr>
                <a:defRPr/>
              </a:pPr>
              <a:t>7/31/2026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15672E-874D-F919-479C-F31C3BA8D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98ECE-D04C-C905-0358-5B5D39EB6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6BF32D-9D31-4CD0-8B17-4D91DA246A6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226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801D7-1939-0553-5E67-A22FC28FB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87D29A-0C92-4523-9896-D9652EC576B2}" type="datetimeFigureOut">
              <a:rPr lang="en-US"/>
              <a:pPr>
                <a:defRPr/>
              </a:pPr>
              <a:t>7/31/2026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C8B85-1B14-EE11-13F3-127FED42A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23CF1-EBBD-A551-2A94-5F2759A6C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5D0544-02C6-4C17-909A-13488D02DF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1893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CEC3E-474D-98B2-3DD8-0EC2FF855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420673-274D-4247-8161-F61D3918377A}" type="datetimeFigureOut">
              <a:rPr lang="en-US"/>
              <a:pPr>
                <a:defRPr/>
              </a:pPr>
              <a:t>7/31/2026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8E6C9-CE10-54A4-6BF2-3C3035944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4E9F0-4F49-EB73-7BA3-253B9F8DD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455397-1D80-4F70-B204-8003AEC844F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7019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F3347DC-8727-FA52-4FB3-EE5F56087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945F1D-49E8-4AA5-A8D5-1F2A72032E7E}" type="datetimeFigureOut">
              <a:rPr lang="en-US"/>
              <a:pPr>
                <a:defRPr/>
              </a:pPr>
              <a:t>7/31/2026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8464574-2B9D-B193-E3D1-685B45C97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814629F-CF96-8490-DD5A-8503BD831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21FACD-FEE9-420D-9319-52C846BCA4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130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EACE3BD-2A0C-3143-4897-C3B07CFE6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843E46-4A0A-4700-BB68-A713045AC50C}" type="datetimeFigureOut">
              <a:rPr lang="en-US"/>
              <a:pPr>
                <a:defRPr/>
              </a:pPr>
              <a:t>7/31/2026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446A335-4366-4386-F3DB-BFBE5534B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B8C4C4E-AAC8-42C6-1613-DD4D6B7EC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39C8EB-1648-4CB3-B1E5-AF02A07CFF2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2829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63E63F7-92CB-461C-9F5A-288ECCB5A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426748-7D61-4F99-BCB5-561B2FE29A7C}" type="datetimeFigureOut">
              <a:rPr lang="en-US"/>
              <a:pPr>
                <a:defRPr/>
              </a:pPr>
              <a:t>7/31/2026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E55E5BB-53D1-4D75-2095-0BE40C81A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0F9A2BE-1BD1-1D98-0C9B-04ECC323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382E88-B8D5-4CC6-A63E-A393B6012B2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0443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51534290-0A37-B6B5-FECC-D8098B248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A8F073-1C86-4EAE-8379-A2D7EC9CB060}" type="datetimeFigureOut">
              <a:rPr lang="en-US"/>
              <a:pPr>
                <a:defRPr/>
              </a:pPr>
              <a:t>7/31/2026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D5B8E33-EEE4-B14A-5DD7-9AB6B8B7F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5030C33-B194-8041-4198-76B96221D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C356E0-C946-47CA-89DE-E46AEC7150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6726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6AE7F19-7B8D-7C13-C65A-C0B9FB1F0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A07218-745A-4FC1-A09B-6783154A3601}" type="datetimeFigureOut">
              <a:rPr lang="en-US"/>
              <a:pPr>
                <a:defRPr/>
              </a:pPr>
              <a:t>7/31/2026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242A6CA-9380-BC38-7749-26166894E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A137C3C-1528-39A5-2D44-3E37D4E29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EF6067-6868-471D-89D0-31576D514FC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3517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9061425-9B74-76D6-1FE8-DA3A496DD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1DA97-5C18-459E-9042-212CCF63C04F}" type="datetimeFigureOut">
              <a:rPr lang="en-US"/>
              <a:pPr>
                <a:defRPr/>
              </a:pPr>
              <a:t>7/31/2026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0CD01D3-2325-A61A-CE46-FC100BAE7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2CFFE4B-DD12-E0F2-761A-99A133B97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6BADD7-0AAB-4DF4-A47E-DEFC59C867B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1916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D64DB-4A11-4A09-0DCC-22DCD5F44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0980CB-B09E-44F2-B85A-CC28BFF3936C}" type="datetimeFigureOut">
              <a:rPr lang="en-US"/>
              <a:pPr>
                <a:defRPr/>
              </a:pPr>
              <a:t>7/31/2026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2C25F-F2EA-6F3C-AA22-17672639A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07625-2F75-2E9C-173F-813E0BCA7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EB05AD-D529-4C46-BA41-798F8AAE7F0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860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307AB-A758-7ACF-1EF5-39524460A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04204F-497E-4357-BC10-5017874068A6}" type="datetimeFigureOut">
              <a:rPr lang="en-US"/>
              <a:pPr>
                <a:defRPr/>
              </a:pPr>
              <a:t>7/31/2026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3595D-F878-D090-2021-A9C3B17B1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37D67-0477-0305-7A3A-F51005303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8B7426-2160-4114-9A12-2143FC70264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73991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algn="ctr">
              <a:spcBef>
                <a:spcPts val="672"/>
              </a:spcBef>
              <a:spcAft>
                <a:spcPts val="0"/>
              </a:spcAft>
              <a:buClr>
                <a:srgbClr val="888888"/>
              </a:buClr>
              <a:buSzPts val="336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504"/>
              </a:spcBef>
              <a:spcAft>
                <a:spcPts val="0"/>
              </a:spcAft>
              <a:buClr>
                <a:srgbClr val="888888"/>
              </a:buClr>
              <a:buSzPts val="25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" name="Google Shape;14;p5">
            <a:extLst>
              <a:ext uri="{FF2B5EF4-FFF2-40B4-BE49-F238E27FC236}">
                <a16:creationId xmlns:a16="http://schemas.microsoft.com/office/drawing/2014/main" id="{DA90ECB4-5A99-18ED-D6A7-280396D61411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15;p5">
            <a:extLst>
              <a:ext uri="{FF2B5EF4-FFF2-40B4-BE49-F238E27FC236}">
                <a16:creationId xmlns:a16="http://schemas.microsoft.com/office/drawing/2014/main" id="{4E98BFAF-269A-752B-8FFA-422CB155D1FD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16;p5">
            <a:extLst>
              <a:ext uri="{FF2B5EF4-FFF2-40B4-BE49-F238E27FC236}">
                <a16:creationId xmlns:a16="http://schemas.microsoft.com/office/drawing/2014/main" id="{209C6DAC-36B0-A431-08C5-015D8A87F9A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732BFBD3-3A94-49FD-90AB-D2D0890F1E46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169974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963084" y="4406902"/>
            <a:ext cx="10363200" cy="1362076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  <a:defRPr sz="42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marL="457200" lvl="0" indent="-228600" algn="l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 sz="216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84"/>
              </a:spcBef>
              <a:spcAft>
                <a:spcPts val="0"/>
              </a:spcAft>
              <a:buClr>
                <a:srgbClr val="888888"/>
              </a:buClr>
              <a:buSzPts val="1920"/>
              <a:buNone/>
              <a:defRPr sz="192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36"/>
              </a:spcBef>
              <a:spcAft>
                <a:spcPts val="0"/>
              </a:spcAft>
              <a:buClr>
                <a:srgbClr val="888888"/>
              </a:buClr>
              <a:buSzPts val="1680"/>
              <a:buNone/>
              <a:defRPr sz="1679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" name="Google Shape;26;p7">
            <a:extLst>
              <a:ext uri="{FF2B5EF4-FFF2-40B4-BE49-F238E27FC236}">
                <a16:creationId xmlns:a16="http://schemas.microsoft.com/office/drawing/2014/main" id="{9EEDF353-4C94-1A51-9B4E-266144ABD1CB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27;p7">
            <a:extLst>
              <a:ext uri="{FF2B5EF4-FFF2-40B4-BE49-F238E27FC236}">
                <a16:creationId xmlns:a16="http://schemas.microsoft.com/office/drawing/2014/main" id="{F972E414-C475-FD52-1DCC-A4C153BCD37D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28;p7">
            <a:extLst>
              <a:ext uri="{FF2B5EF4-FFF2-40B4-BE49-F238E27FC236}">
                <a16:creationId xmlns:a16="http://schemas.microsoft.com/office/drawing/2014/main" id="{3B75AAB7-8282-D53A-6274-FFF4F87D311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AAD0773F-BC41-4673-8580-9B75BA127ADF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25945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1pPr>
            <a:lvl2pPr marL="914400" lvl="1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–"/>
              <a:defRPr sz="2520"/>
            </a:lvl2pPr>
            <a:lvl3pPr marL="1371600" lvl="2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3pPr>
            <a:lvl4pPr marL="1828800" lvl="3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–"/>
              <a:defRPr sz="1920"/>
            </a:lvl4pPr>
            <a:lvl5pPr marL="2286000" lvl="4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»"/>
              <a:defRPr sz="1920"/>
            </a:lvl5pPr>
            <a:lvl6pPr marL="2743200" lvl="5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6pPr>
            <a:lvl7pPr marL="3200400" lvl="6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7pPr>
            <a:lvl8pPr marL="3657600" lvl="7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8pPr>
            <a:lvl9pPr marL="4114800" lvl="8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1pPr>
            <a:lvl2pPr marL="914400" lvl="1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–"/>
              <a:defRPr sz="2520"/>
            </a:lvl2pPr>
            <a:lvl3pPr marL="1371600" lvl="2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3pPr>
            <a:lvl4pPr marL="1828800" lvl="3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–"/>
              <a:defRPr sz="1920"/>
            </a:lvl4pPr>
            <a:lvl5pPr marL="2286000" lvl="4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»"/>
              <a:defRPr sz="1920"/>
            </a:lvl5pPr>
            <a:lvl6pPr marL="2743200" lvl="5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6pPr>
            <a:lvl7pPr marL="3200400" lvl="6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7pPr>
            <a:lvl8pPr marL="3657600" lvl="7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8pPr>
            <a:lvl9pPr marL="4114800" lvl="8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9pPr>
          </a:lstStyle>
          <a:p>
            <a:endParaRPr/>
          </a:p>
        </p:txBody>
      </p:sp>
      <p:sp>
        <p:nvSpPr>
          <p:cNvPr id="2" name="Google Shape;33;p8">
            <a:extLst>
              <a:ext uri="{FF2B5EF4-FFF2-40B4-BE49-F238E27FC236}">
                <a16:creationId xmlns:a16="http://schemas.microsoft.com/office/drawing/2014/main" id="{0F873A22-B656-B70D-AE94-2F4A1E02829F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34;p8">
            <a:extLst>
              <a:ext uri="{FF2B5EF4-FFF2-40B4-BE49-F238E27FC236}">
                <a16:creationId xmlns:a16="http://schemas.microsoft.com/office/drawing/2014/main" id="{7F472728-65B9-BEA8-E2AB-50A7502E2B8F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35;p8">
            <a:extLst>
              <a:ext uri="{FF2B5EF4-FFF2-40B4-BE49-F238E27FC236}">
                <a16:creationId xmlns:a16="http://schemas.microsoft.com/office/drawing/2014/main" id="{C4CC17D8-46D2-D015-B142-41A7C8CA2B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631F808A-BE66-40C6-A28B-D1952CC78A5C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623704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;p11">
            <a:extLst>
              <a:ext uri="{FF2B5EF4-FFF2-40B4-BE49-F238E27FC236}">
                <a16:creationId xmlns:a16="http://schemas.microsoft.com/office/drawing/2014/main" id="{B8D0276B-A5BA-701B-29D0-8A840E481603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52;p11">
            <a:extLst>
              <a:ext uri="{FF2B5EF4-FFF2-40B4-BE49-F238E27FC236}">
                <a16:creationId xmlns:a16="http://schemas.microsoft.com/office/drawing/2014/main" id="{2CA0BFC4-CB42-33F6-DD82-90444FE9E527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53;p11">
            <a:extLst>
              <a:ext uri="{FF2B5EF4-FFF2-40B4-BE49-F238E27FC236}">
                <a16:creationId xmlns:a16="http://schemas.microsoft.com/office/drawing/2014/main" id="{EFB5FE0E-85F5-D188-5D1D-0CF2891166A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695F859B-F2B4-4294-AF96-B530928DD219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82653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609602" y="273051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sz="216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4766736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441960" algn="l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Char char="•"/>
              <a:defRPr sz="3359"/>
            </a:lvl1pPr>
            <a:lvl2pPr marL="914400" lvl="1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  <a:defRPr sz="3000"/>
            </a:lvl2pPr>
            <a:lvl3pPr marL="1371600" lvl="2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 sz="2520"/>
            </a:lvl3pPr>
            <a:lvl4pPr marL="1828800" lvl="3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4pPr>
            <a:lvl5pPr marL="2286000" lvl="4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»"/>
              <a:defRPr sz="2160"/>
            </a:lvl5pPr>
            <a:lvl6pPr marL="2743200" lvl="5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6pPr>
            <a:lvl7pPr marL="3200400" lvl="6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7pPr>
            <a:lvl8pPr marL="3657600" lvl="7" indent="-365759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8pPr>
            <a:lvl9pPr marL="4114800" lvl="8" indent="-365759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1pPr>
            <a:lvl2pPr marL="914400" lvl="1" indent="-22860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2pPr>
            <a:lvl3pPr marL="1371600" lvl="2" indent="-228600" algn="l"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3pPr>
            <a:lvl4pPr marL="1828800" lvl="3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4pPr>
            <a:lvl5pPr marL="2286000" lvl="4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5pPr>
            <a:lvl6pPr marL="2743200" lvl="5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6pPr>
            <a:lvl7pPr marL="3200400" lvl="6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7pPr>
            <a:lvl8pPr marL="3657600" lvl="7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8pPr>
            <a:lvl9pPr marL="4114800" lvl="8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9pPr>
          </a:lstStyle>
          <a:p>
            <a:endParaRPr/>
          </a:p>
        </p:txBody>
      </p:sp>
      <p:sp>
        <p:nvSpPr>
          <p:cNvPr id="2" name="Google Shape;58;p12">
            <a:extLst>
              <a:ext uri="{FF2B5EF4-FFF2-40B4-BE49-F238E27FC236}">
                <a16:creationId xmlns:a16="http://schemas.microsoft.com/office/drawing/2014/main" id="{78EB4BF1-BC07-9A40-4FD1-AD2C8E2A778A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59;p12">
            <a:extLst>
              <a:ext uri="{FF2B5EF4-FFF2-40B4-BE49-F238E27FC236}">
                <a16:creationId xmlns:a16="http://schemas.microsoft.com/office/drawing/2014/main" id="{1689CE93-5AD8-9DEA-6A9B-F428A0FB2A13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60;p12">
            <a:extLst>
              <a:ext uri="{FF2B5EF4-FFF2-40B4-BE49-F238E27FC236}">
                <a16:creationId xmlns:a16="http://schemas.microsoft.com/office/drawing/2014/main" id="{86AFF95E-0204-1B12-9DC7-506EB65C43F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B946C5B2-E8B8-4013-A7F1-46B158A9F482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561432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sz="216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1pPr>
            <a:lvl2pPr marL="914400" lvl="1" indent="-22860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2pPr>
            <a:lvl3pPr marL="1371600" lvl="2" indent="-228600" algn="l"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3pPr>
            <a:lvl4pPr marL="1828800" lvl="3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4pPr>
            <a:lvl5pPr marL="2286000" lvl="4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5pPr>
            <a:lvl6pPr marL="2743200" lvl="5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6pPr>
            <a:lvl7pPr marL="3200400" lvl="6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7pPr>
            <a:lvl8pPr marL="3657600" lvl="7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8pPr>
            <a:lvl9pPr marL="4114800" lvl="8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9pPr>
          </a:lstStyle>
          <a:p>
            <a:endParaRPr/>
          </a:p>
        </p:txBody>
      </p:sp>
      <p:sp>
        <p:nvSpPr>
          <p:cNvPr id="2" name="Google Shape;65;p13">
            <a:extLst>
              <a:ext uri="{FF2B5EF4-FFF2-40B4-BE49-F238E27FC236}">
                <a16:creationId xmlns:a16="http://schemas.microsoft.com/office/drawing/2014/main" id="{6830560B-EC46-0D2D-393A-2FE48266FD45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66;p13">
            <a:extLst>
              <a:ext uri="{FF2B5EF4-FFF2-40B4-BE49-F238E27FC236}">
                <a16:creationId xmlns:a16="http://schemas.microsoft.com/office/drawing/2014/main" id="{C8DB439E-052B-358D-1FA5-E685A6392079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67;p13">
            <a:extLst>
              <a:ext uri="{FF2B5EF4-FFF2-40B4-BE49-F238E27FC236}">
                <a16:creationId xmlns:a16="http://schemas.microsoft.com/office/drawing/2014/main" id="{10608590-4128-59A2-58E9-A09775FEF5A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3E1E7C7B-C7D3-419A-A00C-6260B9E8BA37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531348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833020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Google Shape;71;p14">
            <a:extLst>
              <a:ext uri="{FF2B5EF4-FFF2-40B4-BE49-F238E27FC236}">
                <a16:creationId xmlns:a16="http://schemas.microsoft.com/office/drawing/2014/main" id="{B9A4786C-67EA-6C04-CA3D-F992D59290ED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72;p14">
            <a:extLst>
              <a:ext uri="{FF2B5EF4-FFF2-40B4-BE49-F238E27FC236}">
                <a16:creationId xmlns:a16="http://schemas.microsoft.com/office/drawing/2014/main" id="{2AA6D83F-AFD4-54A0-CD63-BAB24C5CAACA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73;p14">
            <a:extLst>
              <a:ext uri="{FF2B5EF4-FFF2-40B4-BE49-F238E27FC236}">
                <a16:creationId xmlns:a16="http://schemas.microsoft.com/office/drawing/2014/main" id="{0762581D-3ED7-3FA0-E761-039876C13F4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456F98DD-0713-4981-BE72-6777F706CC00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16300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285039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697039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Google Shape;77;p15">
            <a:extLst>
              <a:ext uri="{FF2B5EF4-FFF2-40B4-BE49-F238E27FC236}">
                <a16:creationId xmlns:a16="http://schemas.microsoft.com/office/drawing/2014/main" id="{17DA1089-C8A2-E22B-F7F8-36C6B7096E3C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78;p15">
            <a:extLst>
              <a:ext uri="{FF2B5EF4-FFF2-40B4-BE49-F238E27FC236}">
                <a16:creationId xmlns:a16="http://schemas.microsoft.com/office/drawing/2014/main" id="{420D58EF-0EAF-56BB-8E42-CE9DCE9BC03A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79;p15">
            <a:extLst>
              <a:ext uri="{FF2B5EF4-FFF2-40B4-BE49-F238E27FC236}">
                <a16:creationId xmlns:a16="http://schemas.microsoft.com/office/drawing/2014/main" id="{D29183DB-5A01-7B98-BB1F-F72734E3D48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7A754393-AC14-454F-A816-D59A145642EC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50416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A9A36-F1DA-3FA1-A396-666A72CEE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buClrTx/>
              <a:buFontTx/>
              <a:buNone/>
              <a:defRPr kern="1200"/>
            </a:lvl1pPr>
          </a:lstStyle>
          <a:p>
            <a:pPr>
              <a:defRPr/>
            </a:pPr>
            <a:fld id="{CDB6FADF-BAB5-446B-A17D-DD63085ABEB1}" type="datetimeFigureOut">
              <a:rPr lang="en-IN"/>
              <a:pPr>
                <a:defRPr/>
              </a:pPr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DB651-D4AE-77A8-E5A9-D59C080E3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buClrTx/>
              <a:buFontTx/>
              <a:buNone/>
              <a:defRPr kern="1200"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F9730-C064-0035-C593-35984FE8A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buClrTx/>
              <a:buFontTx/>
              <a:buNone/>
              <a:defRPr kern="1200"/>
            </a:lvl1pPr>
          </a:lstStyle>
          <a:p>
            <a:pPr>
              <a:defRPr/>
            </a:pPr>
            <a:fld id="{68CD4C68-2984-4322-AC21-F4A5D84B5DE2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0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705FE634-3DDB-58D6-B65B-BE2DECE51D2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D0AB312F-655A-B928-C716-7B725F4CBFA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1B2B1-EA7F-E5F9-DD89-79D9DBE92C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E4D4F82-FCE3-45D0-9DA8-4EAC396B1C73}" type="datetimeFigureOut">
              <a:rPr lang="en-US"/>
              <a:pPr>
                <a:defRPr/>
              </a:pPr>
              <a:t>7/31/2026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D1376E-95ED-9CAB-4DDF-2479CA0914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489FE-5D9F-0550-7A9D-3F8704A2B1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2B1F2F54-862E-40C7-885D-8EBAC84A39D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1251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>
            <a:extLst>
              <a:ext uri="{FF2B5EF4-FFF2-40B4-BE49-F238E27FC236}">
                <a16:creationId xmlns:a16="http://schemas.microsoft.com/office/drawing/2014/main" id="{EFE614AC-EC4A-B4E4-7ACC-6E26956314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80"/>
              <a:buFont typeface="Calibri"/>
              <a:buNone/>
              <a:defRPr sz="468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>
            <a:extLst>
              <a:ext uri="{FF2B5EF4-FFF2-40B4-BE49-F238E27FC236}">
                <a16:creationId xmlns:a16="http://schemas.microsoft.com/office/drawing/2014/main" id="{7F8325A5-9F04-4697-D767-81F7DC3A26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marR="0" lvl="0" indent="-441960" algn="l" rtl="0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Font typeface="Arial"/>
              <a:buChar char="•"/>
              <a:defRPr sz="335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191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–"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8619" algn="l" rtl="0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/>
              <a:buChar char="•"/>
              <a:defRPr sz="25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–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»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5759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5759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>
            <a:extLst>
              <a:ext uri="{FF2B5EF4-FFF2-40B4-BE49-F238E27FC236}">
                <a16:creationId xmlns:a16="http://schemas.microsoft.com/office/drawing/2014/main" id="{F6EFBDA3-C7EA-130B-3318-E5BCC90F082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20" b="0" i="0" u="none" strike="noStrike" kern="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9" name="Google Shape;9;p4">
            <a:extLst>
              <a:ext uri="{FF2B5EF4-FFF2-40B4-BE49-F238E27FC236}">
                <a16:creationId xmlns:a16="http://schemas.microsoft.com/office/drawing/2014/main" id="{87A4DB0D-33F7-1C38-286C-F33035BD150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20" b="0" i="0" u="none" strike="noStrike" kern="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0" name="Google Shape;10;p4">
            <a:extLst>
              <a:ext uri="{FF2B5EF4-FFF2-40B4-BE49-F238E27FC236}">
                <a16:creationId xmlns:a16="http://schemas.microsoft.com/office/drawing/2014/main" id="{093857D4-A9C7-C39D-5327-36B1215EEB6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Clr>
                <a:srgbClr val="000000"/>
              </a:buClr>
              <a:buFont typeface="Arial"/>
              <a:buNone/>
              <a:defRPr sz="1320" b="0" i="0" u="none" strike="noStrike" kern="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defRPr/>
            </a:pPr>
            <a:fld id="{EB1CB48F-56D5-4B48-AE23-5667BEA3CB19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643692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957580" y="597535"/>
            <a:ext cx="10953115" cy="2253615"/>
          </a:xfrm>
          <a:effectLst>
            <a:outerShdw dist="63500" sx="1000" sy="1000" algn="ctr" rotWithShape="0">
              <a:schemeClr val="accent2">
                <a:lumMod val="50000"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  <a:t>(21CC505PC) 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  <a:ea typeface="+mn-ea"/>
                <a:cs typeface="+mn-cs"/>
                <a:sym typeface="+mn-ea"/>
              </a:rPr>
              <a:t>SOFTWARE ENGINEERING LAB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 Black" panose="020B0A04020102020204" pitchFamily="34" charset="0"/>
              <a:ea typeface="+mj-ea"/>
              <a:cs typeface="+mj-cs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403225" y="2979420"/>
            <a:ext cx="11456987" cy="3192145"/>
          </a:xfrm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LAB EXERCISE - 3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 panose="020F0502020204030204" pitchFamily="34" charset="0"/>
              </a:rPr>
              <a:t>CASE TOOL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TOPIC </a:t>
            </a: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UML DIAGRAMS -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SEQUENCE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</p:txBody>
      </p:sp>
      <p:grpSp>
        <p:nvGrpSpPr>
          <p:cNvPr id="2052" name="Group 14"/>
          <p:cNvGrpSpPr/>
          <p:nvPr/>
        </p:nvGrpSpPr>
        <p:grpSpPr>
          <a:xfrm>
            <a:off x="403225" y="61913"/>
            <a:ext cx="11456988" cy="1116012"/>
            <a:chOff x="376972" y="40036"/>
            <a:chExt cx="11456149" cy="1116157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70123" y="40036"/>
              <a:ext cx="1069848" cy="869946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6972" y="83215"/>
              <a:ext cx="1069848" cy="744031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12289" y="83214"/>
              <a:ext cx="1069848" cy="771566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9" name="Rectangle 8"/>
            <p:cNvSpPr/>
            <p:nvPr/>
          </p:nvSpPr>
          <p:spPr>
            <a:xfrm>
              <a:off x="448405" y="905335"/>
              <a:ext cx="1904860" cy="2508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UPPAL CAMPUS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189920" y="902160"/>
              <a:ext cx="1903274" cy="2508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NARAYANGUDA</a:t>
              </a:r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 rotWithShape="1">
            <a:blip r:embed="rId5"/>
            <a:srcRect l="7635" t="13601" r="2078" b="14170"/>
            <a:stretch>
              <a:fillRect/>
            </a:stretch>
          </p:blipFill>
          <p:spPr>
            <a:xfrm>
              <a:off x="10346348" y="46291"/>
              <a:ext cx="1069848" cy="85588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12" name="Rectangle 11"/>
            <p:cNvSpPr/>
            <p:nvPr/>
          </p:nvSpPr>
          <p:spPr>
            <a:xfrm>
              <a:off x="9929847" y="902160"/>
              <a:ext cx="1903274" cy="2508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IBRAHIMPATNAM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54C2011-CB98-AFD9-F4E2-001DA0B74FF5}"/>
              </a:ext>
            </a:extLst>
          </p:cNvPr>
          <p:cNvSpPr txBox="1">
            <a:spLocks/>
          </p:cNvSpPr>
          <p:nvPr/>
        </p:nvSpPr>
        <p:spPr>
          <a:xfrm>
            <a:off x="1717675" y="2986088"/>
            <a:ext cx="8756650" cy="14700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SOFTWARE ENGINEERING LAB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(21CC505PC)</a:t>
            </a:r>
            <a:endParaRPr kumimoji="0" lang="en-IN" sz="36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019" y="78694"/>
            <a:ext cx="10972800" cy="111562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>
                <a:solidFill>
                  <a:srgbClr val="FF0000"/>
                </a:solidFill>
              </a:rPr>
              <a:t>Sequence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351454" y="1194317"/>
            <a:ext cx="11220060" cy="20185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 sequence diagram shows how objects communicate with each other.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It describes the order of messages between objects.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Useful for understanding the flow of interactions in a system.</a:t>
            </a:r>
            <a:endParaRPr lang="en-IN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019" y="78694"/>
            <a:ext cx="10972800" cy="111562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Components of Sequence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430764" y="1269584"/>
            <a:ext cx="11220060" cy="3424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rgbClr val="7030A0"/>
                </a:solidFill>
              </a:rPr>
              <a:t>Actors: </a:t>
            </a:r>
            <a:r>
              <a:rPr lang="en-US" sz="2200" dirty="0"/>
              <a:t>People or external systems interacting with your system.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rgbClr val="7030A0"/>
                </a:solidFill>
              </a:rPr>
              <a:t>Objects: </a:t>
            </a:r>
            <a:r>
              <a:rPr lang="en-US" sz="2200" dirty="0"/>
              <a:t>Parts of the system that perform actions.</a:t>
            </a:r>
            <a:endParaRPr lang="en-I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9AA6AE-16E7-7719-6E11-EA9E86CA3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1910" y="1309755"/>
            <a:ext cx="884659" cy="19201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F4479E-2359-71E6-4361-33B1EA2B5C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3820" y="4165923"/>
            <a:ext cx="1472487" cy="1920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979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019" y="78694"/>
            <a:ext cx="10972800" cy="111562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Components of Sequence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430764" y="1269584"/>
            <a:ext cx="9795490" cy="2695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rgbClr val="7030A0"/>
                </a:solidFill>
              </a:rPr>
              <a:t>Lifelines: </a:t>
            </a:r>
            <a:r>
              <a:rPr lang="en-US" sz="2200" dirty="0"/>
              <a:t>A dotted line under each object showing its existence over time, with an activation box (show when an object is actively performing a task).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rgbClr val="7030A0"/>
                </a:solidFill>
              </a:rPr>
              <a:t>Messages: </a:t>
            </a:r>
            <a:r>
              <a:rPr lang="en-US" sz="2200" dirty="0"/>
              <a:t>Arrows between objects showing how they communicate.</a:t>
            </a:r>
            <a:endParaRPr lang="en-IN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126668-647A-949C-BE7B-75B59AA0F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352" y="1454953"/>
            <a:ext cx="1306382" cy="23192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7FF573-E16F-42C7-A1C7-83FB641AC8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737" y="4263839"/>
            <a:ext cx="3853543" cy="113726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7B4E6C9-1BAA-BDB9-E413-545EEE62B957}"/>
              </a:ext>
            </a:extLst>
          </p:cNvPr>
          <p:cNvSpPr/>
          <p:nvPr/>
        </p:nvSpPr>
        <p:spPr>
          <a:xfrm>
            <a:off x="10814180" y="2444620"/>
            <a:ext cx="130628" cy="3732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5768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023" y="39348"/>
            <a:ext cx="10972800" cy="557812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Sequence Diagram for an ATM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4EBA7C-79FD-A58B-35AF-F4FF619174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0384" y="597160"/>
            <a:ext cx="10384971" cy="6260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11814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3407</TotalTime>
  <Words>150</Words>
  <Application>Microsoft Office PowerPoint</Application>
  <PresentationFormat>Widescreen</PresentationFormat>
  <Paragraphs>48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Arial Black</vt:lpstr>
      <vt:lpstr>Calibri</vt:lpstr>
      <vt:lpstr>Calibri Light</vt:lpstr>
      <vt:lpstr>Times New Roman</vt:lpstr>
      <vt:lpstr>1_Office Theme</vt:lpstr>
      <vt:lpstr>2_Office Theme</vt:lpstr>
      <vt:lpstr>(21CC505PC)  SOFTWARE ENGINEERING LAB</vt:lpstr>
      <vt:lpstr>PowerPoint Presentation</vt:lpstr>
      <vt:lpstr>Sequence Diagram</vt:lpstr>
      <vt:lpstr>Components of Sequence Diagram</vt:lpstr>
      <vt:lpstr>Components of Sequence Diagram</vt:lpstr>
      <vt:lpstr>Sequence Diagram for an ATM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(21DM601PC)    COMPUTER NETWORKS</dc:title>
  <dc:creator>Arshiya Begum</dc:creator>
  <cp:lastModifiedBy>Savitha Ramesh</cp:lastModifiedBy>
  <cp:revision>51</cp:revision>
  <dcterms:created xsi:type="dcterms:W3CDTF">2024-05-06T05:52:36Z</dcterms:created>
  <dcterms:modified xsi:type="dcterms:W3CDTF">2026-07-31T07:40:53Z</dcterms:modified>
</cp:coreProperties>
</file>